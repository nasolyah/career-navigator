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Navigator. Мы сделали не тест на профессию, а живую карту, которая ведёт девятиклассника три года до поступления. Прототип работает вживую — покажем в конце.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вопроса прямо из кейса. Важно: в 9 классе времени как будто много, и поэтому решение откладывают — а в 11 классе на него уже нет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выбрали одного пользователя, а не «всех школьников». Главный аргумент за 9 класс — время: это единственный класс, где ещё можно попробовать и передумать.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Общий провал у всех один: вердикт выдаётся один раз. Отсюда наша идея — не тест, а спутник.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слайд. Профтест выбирает один главный интерес — мы связываем все в пересечения. И метафора метро объясняет главное: ошибка не стоит трёх лет, потому что есть пересадки.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 пути. Восьмой — возвращение: именно он отличает спутника от теста.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демонстрации. План: заполнить за Даню — карта от AI — открыть линию — сделать шаг — показать, как карта изменилась.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Отвечаем на главный вопрос жюри: где здесь AI, а не обёртка вокруг чата. Ответ — в разделении: модель связывает и объясняет, факты берёт код из справочника, и есть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вопрос кейса — за что готовы платить. Ответ: за сопровождение, а не за тест. И начинаем со школ, потому что привлекать подростка поштучно дорого.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возвращаемся к формулировке кейса. И приглашаем жюри открыть ссылку и собрать карту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EDTECH HACKATHON  · 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Navigator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карта, которая показывает девятикласснику, как его разные интересы складываются в маршруты — и что сделать уже в этой четверти.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7685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5080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5139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Университет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15 лет от школьника ждут большого решения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вопроса, на которые он не может ответить один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«Кем я хочу стать?»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Интересов много, но непонятно, какие из них превращаются в профессию.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выбрать?»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специальностей ничего не говорят о реальной работе после выпуска.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мне развивать?»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какие знания, навыки и проекты нужны уже сейчас.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«Куда поступать?»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вузов и программ делают выбор сложным и случайным.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 вроде много — и именно поэтому решение откладывается до 11 класса, когда выбирать уже поздно.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Даня, 15 лет, 9 класс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пустой — просто не видит, как склеить свои увлечения во что-то одно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202082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разбирает партии гроссмейстеров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73405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724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режет ролики друзьям в CapCut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4472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344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единственный, кому интересно на уроке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рисует вечерами просто так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92024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1488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меня много всего, что мне нравится, но я не понимаю, что из этого про меня, а что просто развлечение. И что мне с этим делать прямо сейчас».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давят: «определяйся». Школа: один классный час и тест из 90-х.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02920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30368"/>
            <a:ext cx="10104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инсайт.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девятиклассника есть ресурс, которого нет у одиннадцатиклассника, — время. Три года можно пробовать, ошибаться и передумывать. Все существующие решения этот ресурс игнорируют: они решают судьбу за один вечер.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существующие решения ему не помогают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55064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Профтесты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977640" y="1783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Выдают ярлык «человек–техника» без «почему» и без «что дальше». Одноразово.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328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Карьерный консультант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53288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5–15 тысяч рублей за сессию, разово, не сопровождает три года.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2826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и учителя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28269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Советуют из своего опыта и своих страхов: «иди в айти, там деньги».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3250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и поиск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4032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Ответит один раз, но не помнит о тебе и не вернётся через месяц.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654296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82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Агрегаторы вузов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78231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Отвечают «куда поступать», а не «кем быть». Для 9 класса рано.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553212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1500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дают вердикт один раз. А нужен спутник, который ведёт три года и пересобирает маршрут, когда ученик 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список профессий, а карта маршрутов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— станции старта. Профессии — линии. Навыки — остановки. Чего не хватает — пунктир.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Figma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46120" y="2112264"/>
            <a:ext cx="4892040" cy="73152"/>
          </a:xfrm>
          <a:prstGeom prst="rect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0332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7576" y="204825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911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ИТМО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Биология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2752344"/>
            <a:ext cx="4892040" cy="73152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7576" y="26883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8200" y="2551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Биоинформатика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МГУ, ФББ · ИТМО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 + Монтаж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3392424"/>
            <a:ext cx="4892040" cy="7315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0332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7576" y="332841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31912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о науке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· МГУ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886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+ Figma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46120" y="4032504"/>
            <a:ext cx="4892040" cy="73152"/>
          </a:xfrm>
          <a:prstGeom prst="rect">
            <a:avLst/>
          </a:prstGeom>
          <a:solidFill>
            <a:srgbClr val="D6428F"/>
          </a:solidFill>
          <a:ln w="12700">
            <a:solidFill>
              <a:srgbClr val="D642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0332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37576" y="39684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D6428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58200" y="38313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Моушн-дизайн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Британка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55464" y="2148840"/>
            <a:ext cx="73152" cy="640080"/>
          </a:xfrm>
          <a:prstGeom prst="rect">
            <a:avLst/>
          </a:prstGeom>
          <a:solidFill>
            <a:srgbClr val="16242A"/>
          </a:solidFill>
          <a:ln w="12700">
            <a:solidFill>
              <a:srgbClr val="1624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0299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26700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Python-основы — пересадка: одна станция работает на двух линиях сразу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493776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120640"/>
            <a:ext cx="10104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«Пересадку можно сделать без потери пройденного»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559552"/>
            <a:ext cx="10104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через год Даня поймёт, что биоинформатика не его, он не начинает с нуля — пересаживается на соседнюю линию через общую станцию. Это ответ на его главный страх: ошибиться и потерять годы.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Путь: от «не знаю» до конкретного шага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шаге видно, почему система показала именно это и что делать дальше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670048"/>
            <a:ext cx="9509760" cy="54864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имя, четверть,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поступать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7368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79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вопросов,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тест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642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428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ищет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комбинации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линии, станции,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пересадки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52856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42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3420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тебя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135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191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191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действие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четверть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0" y="2514600"/>
            <a:ext cx="365760" cy="365760"/>
          </a:xfrm>
          <a:prstGeom prst="ellipse">
            <a:avLst/>
          </a:prstGeom>
          <a:solidFill>
            <a:srgbClr val="E08A2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меняется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каждого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3931920"/>
            <a:ext cx="4800600" cy="0"/>
          </a:xfrm>
          <a:prstGeom prst="line">
            <a:avLst/>
          </a:prstGeom>
          <a:noFill/>
          <a:ln w="19050">
            <a:solidFill>
              <a:srgbClr val="E08A2E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80760" y="40233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пересобирается — и цикл повторяется каждую четверть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754880"/>
            <a:ext cx="10835640" cy="1371600"/>
          </a:xfrm>
          <a:prstGeom prst="roundRect">
            <a:avLst>
              <a:gd name="adj" fmla="val 533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983480"/>
            <a:ext cx="1010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и живёт retention.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остаётся нужным три года, потому что меняется вместе с учеником. Не план на три года сразу, а один шаг на эту четверть — и новый шаг, когда предыдущий сделан. Возврат происходит по событиям: прошёл шаг, пришли оценки, появился новый интерес.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это не мокап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Открывается по ссылке с любого ноутбука, без установки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сек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собирается живым AI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ученика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линий, у каждой — объяснение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 это про тебя»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7532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поступления: СНГ,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Европа, США, Азия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 вместо теста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вопросов, под каждым — зачем спрашиваем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 по станции: что это и на каких линиях нужно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Мои шаги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сделал шаг» → карта перестраивается на глазах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764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и новые интересы пересобирают маршруты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здесь AI — и где его сознательно нет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связывает и объясняет. Факты берутся из справочника, а не из головы модели.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делает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9808" y="2221992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из свободных ответов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«шахматы + биология = ищет закономерности в сложных системах»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9808" y="2935224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Пересечения, а не главный интерес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комбинации и сверяет со справочником профессий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48456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«Почему» на языке 15-летнего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канцелярита, со ссылкой на его же ответы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" y="4361688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после каждого события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сделан, пришли оценки, появился новый интерес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делает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56248" y="2221992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1488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специальности и вузы — из справочника на 22 профессии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48" y="2935224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карты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раскладка линий, статусы станций, пересадки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56248" y="3648456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5753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молчит 40 секунд → карта из локальных данных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89204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5074920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Ограничители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4406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никогда не сужается до одной линии. Ни одной рекомендации без «почему». Каждое событие заканчивается шагом, а не вердиктом. Решение всегда за учеником — AI снижает неопределённость, а не выбирает за него.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разовый тест не платят. За сопровождение — платят.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растёт три года: чем дольше ученик пользуется картой, тем она точнее. Пользуется ученик — платит взрослый.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590 ₽ / мес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Спокойствие: у ребёнка есть план, и он им занимается. Дешевле одной сессии консультанта.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B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25 000 ₽ / год за класс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всех девятиклассников, кабинет куратора, отчёт «куда смотрят наши ученики».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Курсы и менторы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10–20 % с продажи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на карте: курс как станция на маршруте — ровно в момент поиска шага.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разговор, карта с 3–5 линиями, «почему» и один шаг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подписке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карты, шаг каждую четверть, skills tracking, AI-ментор, кабинет родителя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44068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на рынок — через школы: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 даёт класс активных учеников, а их родители — естественная база для подписки. Цены — гипотезы: проверяем интервью с родителями и пилотом в школе.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4630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Навигатор, а не тест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Navigator отвечает не только на вопрос «кем мне стать?», но и на вопрос «что мне делать уже сейчас, чтобы туда прийти?»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5399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4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434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E2A33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 →  маршруты  →  навыки  →  университет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Navigator</dc:title>
  <dc:subject>PptxGenJS Presentation</dc:subject>
  <dc:creator>Career Navigator</dc:creator>
  <cp:lastModifiedBy>Career Navigator</cp:lastModifiedBy>
  <cp:revision>1</cp:revision>
  <dcterms:created xsi:type="dcterms:W3CDTF">2026-09-06T09:41:12Z</dcterms:created>
  <dcterms:modified xsi:type="dcterms:W3CDTF">2026-09-06T09:41:12Z</dcterms:modified>
</cp:coreProperties>
</file>